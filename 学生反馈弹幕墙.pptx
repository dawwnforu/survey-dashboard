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76" y="7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0" y="1371600"/>
            <a:ext cx="10972800" cy="54864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2E8F0"/>
                </a:solidFill>
              </a:defRPr>
            </a:pPr>
            <a:r>
              <a:t>大学生宿舍分配研究</a:t>
            </a:r>
          </a:p>
          <a:p>
            <a:pPr algn="ctr">
              <a:defRPr>
                <a:solidFill>
                  <a:srgbClr val="818CF8"/>
                </a:solidFill>
              </a:defRPr>
            </a:pPr>
            <a:r>
              <a:t>学生真实反馈 · 弹幕墙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457200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4A3B8"/>
                </a:solidFill>
              </a:defRPr>
            </a:pPr>
            <a:r>
              <a:t>来源：110份问卷调查开放题（第44-49题）| 2026年6月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AB4579B-F77A-32BD-7860-FD3BB2A0F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7937" y="109725"/>
            <a:ext cx="1249683" cy="12618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" y="274320"/>
            <a:ext cx="14081760" cy="7680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818CF8"/>
                </a:solidFill>
              </a:defRPr>
            </a:pPr>
            <a:r>
              <a:t>📢 学生反馈弹幕墙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1371600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280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818CF8"/>
                </a:solidFill>
              </a:defRPr>
            </a:pPr>
            <a:r>
              <a:t>💡 设计匹配程度系统，对不同选项设置不同权重（睡眠5权重、性格3权重），汇总得到完整匹配系数，类似雷达图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1280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818CF8"/>
                </a:solidFill>
              </a:defRPr>
            </a:pPr>
            <a:r>
              <a:t>💡 建议统计打游戏类别/是否开麦，统计是否有煲电话粥的习惯，对宿舍安静环境影响很大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1280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0">
                <a:solidFill>
                  <a:srgbClr val="F59E0B"/>
                </a:solidFill>
              </a:defRPr>
            </a:pPr>
            <a:r>
              <a:t>宿舍分配急需一个更加合理并且行而有效的方案，坏的舍友可能毁了一个人的四年，好的舍友可能是未来的好兄弟好姐妹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200400"/>
            <a:ext cx="1280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818CF8"/>
                </a:solidFill>
              </a:defRPr>
            </a:pPr>
            <a:r>
              <a:t>💡 可以设置一学期的适应期，如果发现室友某些方面和组宿舍之前说的不一样，可以重新组合分配宿舍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931920"/>
            <a:ext cx="1280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E2E8F0"/>
                </a:solidFill>
              </a:defRPr>
            </a:pPr>
            <a:r>
              <a:t>改善一下隔音吧，感觉寝室里稍微动静大点周围一圈都听得见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63440"/>
            <a:ext cx="1280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818CF8"/>
                </a:solidFill>
              </a:defRPr>
            </a:pPr>
            <a:r>
              <a:t>💡 喜欢的娱乐类型、未来规划、学习态度、生活习惯细则（打鼾、洗澡频率、卫生程度）都需纳入考虑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394960"/>
            <a:ext cx="1280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E2E8F0"/>
                </a:solidFill>
              </a:defRPr>
            </a:pPr>
            <a:r>
              <a:t>建议学校宿舍分配不要唯班级/学院分配，允许自由组队。希望学校留出空房间并允许调整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" y="6126480"/>
            <a:ext cx="1280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818CF8"/>
                </a:solidFill>
              </a:defRPr>
            </a:pPr>
            <a:r>
              <a:t>💡 需要安静环境，就算打游戏也不开麦，更不能用茶轴青轴等，打电话不去阳台就算了不要把自己事抖得全天下都知道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6858000"/>
            <a:ext cx="1280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E2E8F0"/>
                </a:solidFill>
              </a:defRPr>
            </a:pPr>
            <a:r>
              <a:t>尽量量化给出标准，每个人的评判标准不一样，靠感觉的话双方脑内信息不一定匹配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7589520"/>
            <a:ext cx="1280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9E0B"/>
                </a:solidFill>
              </a:defRPr>
            </a:pPr>
            <a:r>
              <a:t>💡 在个人作息时间基础上，考虑组宿舍自由度，最好能和相熟相知的人一起。性格爱唠嗑型 vs 保持边界感型需标注！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1371600"/>
            <a:ext cx="1280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E2E8F0"/>
                </a:solidFill>
              </a:defRPr>
            </a:pPr>
            <a:r>
              <a:t>别老换宿舍，老要搬来搬去，新来的同学直接住进空出来的宿舍呗，不要在睡觉的时候装修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2103120"/>
            <a:ext cx="1280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06B6D4"/>
                </a:solidFill>
              </a:defRPr>
            </a:pPr>
            <a:r>
              <a:t>是否有过住宿经历，如若没有，是否懂得学习如何与他人共处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834640"/>
            <a:ext cx="1280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E2E8F0"/>
                </a:solidFill>
              </a:defRPr>
            </a:pPr>
            <a:r>
              <a:t>答案可以是和某些人相处好另一些人一般，不一定一个宿舍的人一概而论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760720"/>
            <a:ext cx="1280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EC4899"/>
                </a:solidFill>
              </a:defRPr>
            </a:pPr>
            <a:r>
              <a:t>我个人对睡觉安静比较苛刻，但室友非常体谅照顾我才导致宿舍没有矛盾，好爱他们，表白一下 ❤️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758952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💡 紫色=重要建议  🟡 金色=核心诉求  ⬜ 白色=一般反馈  🩷 粉色=情感表达  🔵 青色=建议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818CF8"/>
                </a:solidFill>
              </a:defRPr>
            </a:pPr>
            <a:r>
              <a:t>#1 ⭐ 重要建议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56032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400"/>
              </a:lnSpc>
              <a:defRPr sz="2600" b="0">
                <a:solidFill>
                  <a:srgbClr val="818CF8"/>
                </a:solidFill>
              </a:defRPr>
            </a:pPr>
            <a:r>
              <a:t>设计匹配程度系统，对不同选项设置不同权重（睡眠5权重、性格3权重），汇总得到完整匹配系数，类似雷达图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i="1">
                <a:solidFill>
                  <a:srgbClr val="94A3B8"/>
                </a:solidFill>
              </a:defRPr>
            </a:pPr>
            <a:r>
              <a:t>—— 问卷开放题 #44-49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818CF8"/>
                </a:solidFill>
              </a:defRPr>
            </a:pPr>
            <a:r>
              <a:t>#2 ⭐ 重要建议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56032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400"/>
              </a:lnSpc>
              <a:defRPr sz="2600" b="0">
                <a:solidFill>
                  <a:srgbClr val="818CF8"/>
                </a:solidFill>
              </a:defRPr>
            </a:pPr>
            <a:r>
              <a:t>建议统计打游戏类别/是否开麦，统计是否有煲电话粥的习惯，对宿舍安静环境影响很大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i="1">
                <a:solidFill>
                  <a:srgbClr val="94A3B8"/>
                </a:solidFill>
              </a:defRPr>
            </a:pPr>
            <a:r>
              <a:t>—— 问卷开放题 #44-49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#3 💬 学生反馈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56032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400"/>
              </a:lnSpc>
              <a:defRPr sz="3000" b="1">
                <a:solidFill>
                  <a:srgbClr val="F59E0B"/>
                </a:solidFill>
              </a:defRPr>
            </a:pPr>
            <a:r>
              <a:t>宿舍分配急需一个更加合理并且行而有效的方案，坏的舍友可能毁了一个人的四年，好的舍友可能是未来的好兄弟好姐妹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i="1">
                <a:solidFill>
                  <a:srgbClr val="94A3B8"/>
                </a:solidFill>
              </a:defRPr>
            </a:pPr>
            <a:r>
              <a:t>—— 问卷开放题 #44-49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818CF8"/>
                </a:solidFill>
              </a:defRPr>
            </a:pPr>
            <a:r>
              <a:t>#4 ⭐ 重要建议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56032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400"/>
              </a:lnSpc>
              <a:defRPr sz="2600" b="0">
                <a:solidFill>
                  <a:srgbClr val="818CF8"/>
                </a:solidFill>
              </a:defRPr>
            </a:pPr>
            <a:r>
              <a:t>可以设置一学期的适应期，如果发现室友某些方面和组宿舍之前说的不一样，可以重新组合分配宿舍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i="1">
                <a:solidFill>
                  <a:srgbClr val="94A3B8"/>
                </a:solidFill>
              </a:defRPr>
            </a:pPr>
            <a:r>
              <a:t>—— 问卷开放题 #44-49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94A3B8"/>
                </a:solidFill>
              </a:defRPr>
            </a:pPr>
            <a:r>
              <a:t>#5 💬 学生反馈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56032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400"/>
              </a:lnSpc>
              <a:defRPr sz="2400" b="0">
                <a:solidFill>
                  <a:srgbClr val="E2E8F0"/>
                </a:solidFill>
              </a:defRPr>
            </a:pPr>
            <a:r>
              <a:t>改善一下隔音吧，感觉寝室里稍微动静大点周围一圈都听得见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i="1">
                <a:solidFill>
                  <a:srgbClr val="94A3B8"/>
                </a:solidFill>
              </a:defRPr>
            </a:pPr>
            <a:r>
              <a:t>—— 问卷开放题 #44-49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818CF8"/>
                </a:solidFill>
              </a:defRPr>
            </a:pPr>
            <a:r>
              <a:t>#6 ⭐ 重要建议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56032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400"/>
              </a:lnSpc>
              <a:defRPr sz="2600" b="0">
                <a:solidFill>
                  <a:srgbClr val="818CF8"/>
                </a:solidFill>
              </a:defRPr>
            </a:pPr>
            <a:r>
              <a:t>喜欢的娱乐类型、未来规划、学习态度、生活习惯细则（打鼾、洗澡频率、卫生程度）都需纳入考虑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i="1">
                <a:solidFill>
                  <a:srgbClr val="94A3B8"/>
                </a:solidFill>
              </a:defRPr>
            </a:pPr>
            <a:r>
              <a:t>—— 问卷开放题 #44-49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94A3B8"/>
                </a:solidFill>
              </a:defRPr>
            </a:pPr>
            <a:r>
              <a:t>#7 💬 学生反馈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56032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400"/>
              </a:lnSpc>
              <a:defRPr sz="2400" b="0">
                <a:solidFill>
                  <a:srgbClr val="E2E8F0"/>
                </a:solidFill>
              </a:defRPr>
            </a:pPr>
            <a:r>
              <a:t>建议学校宿舍分配不要唯班级/学院分配，允许自由组队。希望学校留出空房间并允许调整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i="1">
                <a:solidFill>
                  <a:srgbClr val="94A3B8"/>
                </a:solidFill>
              </a:defRPr>
            </a:pPr>
            <a:r>
              <a:t>—— 问卷开放题 #44-49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818CF8"/>
                </a:solidFill>
              </a:defRPr>
            </a:pPr>
            <a:r>
              <a:t>#8 ⭐ 重要建议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56032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400"/>
              </a:lnSpc>
              <a:defRPr sz="2600" b="0">
                <a:solidFill>
                  <a:srgbClr val="818CF8"/>
                </a:solidFill>
              </a:defRPr>
            </a:pPr>
            <a:r>
              <a:t>需要安静环境，就算打游戏也不开麦，更不能用茶轴青轴等，打电话不去阳台就算了不要把自己事抖得全天下都知道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i="1">
                <a:solidFill>
                  <a:srgbClr val="94A3B8"/>
                </a:solidFill>
              </a:defRPr>
            </a:pPr>
            <a:r>
              <a:t>—— 问卷开放题 #44-49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94A3B8"/>
                </a:solidFill>
              </a:defRPr>
            </a:pPr>
            <a:r>
              <a:t>#9 💬 学生反馈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56032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400"/>
              </a:lnSpc>
              <a:defRPr sz="2400" b="0">
                <a:solidFill>
                  <a:srgbClr val="E2E8F0"/>
                </a:solidFill>
              </a:defRPr>
            </a:pPr>
            <a:r>
              <a:t>尽量量化给出标准，每个人的评判标准不一样，靠感觉的话双方脑内信息不一定匹配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i="1">
                <a:solidFill>
                  <a:srgbClr val="94A3B8"/>
                </a:solidFill>
              </a:defRPr>
            </a:pPr>
            <a:r>
              <a:t>—— 问卷开放题 #44-49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#10 ⭐ 重要建议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56032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400"/>
              </a:lnSpc>
              <a:defRPr sz="3200" b="1">
                <a:solidFill>
                  <a:srgbClr val="F59E0B"/>
                </a:solidFill>
              </a:defRPr>
            </a:pPr>
            <a:r>
              <a:t>在个人作息时间基础上，考虑组宿舍自由度，最好能和相熟相知的人一起。性格爱唠嗑型 vs 保持边界感型需标注！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i="1">
                <a:solidFill>
                  <a:srgbClr val="94A3B8"/>
                </a:solidFill>
              </a:defRPr>
            </a:pPr>
            <a:r>
              <a:t>—— 问卷开放题 #44-49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94A3B8"/>
                </a:solidFill>
              </a:defRPr>
            </a:pPr>
            <a:r>
              <a:t>#11 💬 学生反馈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56032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400"/>
              </a:lnSpc>
              <a:defRPr sz="2400" b="0">
                <a:solidFill>
                  <a:srgbClr val="E2E8F0"/>
                </a:solidFill>
              </a:defRPr>
            </a:pPr>
            <a:r>
              <a:t>别老换宿舍，老要搬来搬去，新来的同学直接住进空出来的宿舍呗，不要在睡觉的时候装修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i="1">
                <a:solidFill>
                  <a:srgbClr val="94A3B8"/>
                </a:solidFill>
              </a:defRPr>
            </a:pPr>
            <a:r>
              <a:t>—— 问卷开放题 #44-49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94A3B8"/>
                </a:solidFill>
              </a:defRPr>
            </a:pPr>
            <a:r>
              <a:t>#12 💬 学生反馈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56032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400"/>
              </a:lnSpc>
              <a:defRPr sz="2400" b="0">
                <a:solidFill>
                  <a:srgbClr val="06B6D4"/>
                </a:solidFill>
              </a:defRPr>
            </a:pPr>
            <a:r>
              <a:t>是否有过住宿经历，如若没有，是否懂得学习如何与他人共处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i="1">
                <a:solidFill>
                  <a:srgbClr val="94A3B8"/>
                </a:solidFill>
              </a:defRPr>
            </a:pPr>
            <a:r>
              <a:t>—— 问卷开放题 #44-49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94A3B8"/>
                </a:solidFill>
              </a:defRPr>
            </a:pPr>
            <a:r>
              <a:t>#13 💬 学生反馈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56032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400"/>
              </a:lnSpc>
              <a:defRPr sz="2400" b="0">
                <a:solidFill>
                  <a:srgbClr val="E2E8F0"/>
                </a:solidFill>
              </a:defRPr>
            </a:pPr>
            <a:r>
              <a:t>答案可以是和某些人相处好另一些人一般，不一定一个宿舍的人一概而论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i="1">
                <a:solidFill>
                  <a:srgbClr val="94A3B8"/>
                </a:solidFill>
              </a:defRPr>
            </a:pPr>
            <a:r>
              <a:t>—— 问卷开放题 #44-49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94A3B8"/>
                </a:solidFill>
              </a:defRPr>
            </a:pPr>
            <a:r>
              <a:t>#14 💬 学生反馈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56032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400"/>
              </a:lnSpc>
              <a:defRPr sz="2600" b="0">
                <a:solidFill>
                  <a:srgbClr val="EC4899"/>
                </a:solidFill>
              </a:defRPr>
            </a:pPr>
            <a:r>
              <a:t>我个人对睡觉安静比较苛刻，但室友非常体谅照顾我才导致宿舍没有矛盾，好爱他们，表白一下 ❤️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i="1">
                <a:solidFill>
                  <a:srgbClr val="94A3B8"/>
                </a:solidFill>
              </a:defRPr>
            </a:pPr>
            <a:r>
              <a:t>—— 问卷开放题 #44-49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0" y="914400"/>
            <a:ext cx="10972800" cy="6400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0" y="13716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E2E8F0"/>
                </a:solidFill>
              </a:defRPr>
            </a:pPr>
            <a:r>
              <a:t>📊 学生反馈核心诉求 TOP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2560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9E0B"/>
                </a:solidFill>
              </a:defRPr>
            </a:pPr>
            <a:r>
              <a:t>① 作息匹配是第一刚需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926079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睡眠安静权重最高，被反复提及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34747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818CF8"/>
                </a:solidFill>
              </a:defRPr>
            </a:pPr>
            <a:r>
              <a:t>② 游戏/电话噪音 → 细化分类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38404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是否开麦、键盘类型、打电话习惯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43891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0B981"/>
                </a:solidFill>
              </a:defRPr>
            </a:pPr>
            <a:r>
              <a:t>③ 量化标准 + 个人简介系统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4754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主观感觉不可靠，需要客观匹配系数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53035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6B6D4"/>
                </a:solidFill>
              </a:defRPr>
            </a:pPr>
            <a:r>
              <a:t>④ 设置适应期 + 允许重分配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5669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说的和实际不一样，需要容错机制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62179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C4899"/>
                </a:solidFill>
              </a:defRPr>
            </a:pPr>
            <a:r>
              <a:t>⑤ 性格维度标注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65836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社牛型/边界感型，避免社交偏好冲突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402</Words>
  <Application>Microsoft Office PowerPoint</Application>
  <PresentationFormat>自定义</PresentationFormat>
  <Paragraphs>72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Yingtong Liu</cp:lastModifiedBy>
  <cp:revision>2</cp:revision>
  <dcterms:created xsi:type="dcterms:W3CDTF">2013-01-27T09:14:16Z</dcterms:created>
  <dcterms:modified xsi:type="dcterms:W3CDTF">2026-06-16T15:14:43Z</dcterms:modified>
  <cp:category/>
</cp:coreProperties>
</file>